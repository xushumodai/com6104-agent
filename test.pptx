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44625" y="235585"/>
            <a:ext cx="9144000" cy="1125855"/>
          </a:xfrm>
        </p:spPr>
        <p:txBody>
          <a:bodyPr/>
          <a:p>
            <a:r>
              <a:rPr lang="en-US" altLang="zh-CN"/>
              <a:t> COM6104 AI Agent Project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44625" y="1361440"/>
            <a:ext cx="9144000" cy="553720"/>
          </a:xfrm>
        </p:spPr>
        <p:txBody>
          <a:bodyPr>
            <a:normAutofit/>
          </a:bodyPr>
          <a:p>
            <a:r>
              <a:rPr lang="en-US" altLang="zh-CN"/>
              <a:t>Local AI Agent for Document Analysis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594610" y="2753995"/>
            <a:ext cx="4064000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74720" y="2753995"/>
            <a:ext cx="4474210" cy="2092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 Local AI Agent</a:t>
            </a:r>
            <a:endParaRPr lang="en-US" altLang="zh-CN"/>
          </a:p>
          <a:p>
            <a:r>
              <a:rPr lang="en-US" altLang="zh-CN"/>
              <a:t>- Two distinct tools</a:t>
            </a:r>
            <a:endParaRPr lang="en-US" altLang="zh-CN"/>
          </a:p>
          <a:p>
            <a:r>
              <a:rPr lang="en-US" altLang="zh-CN"/>
              <a:t>- Short-term memory</a:t>
            </a:r>
            <a:endParaRPr lang="en-US" altLang="zh-CN"/>
          </a:p>
          <a:p>
            <a:r>
              <a:rPr lang="en-US" altLang="zh-CN"/>
              <a:t>- Multi-step reasoning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WPS 演示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 COM6104 AI Agent Project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Ether</dc:creator>
  <cp:lastModifiedBy>Relife</cp:lastModifiedBy>
  <cp:revision>6</cp:revision>
  <dcterms:created xsi:type="dcterms:W3CDTF">2023-08-09T12:44:00Z</dcterms:created>
  <dcterms:modified xsi:type="dcterms:W3CDTF">2026-04-23T18:02:58Z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EF6F2100A78E43A89A8E451B9483AF9F_12</vt:lpwstr>
  </property>
</Properties>
</file>